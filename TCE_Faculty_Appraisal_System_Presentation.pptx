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tIns="1371600"/>
          <a:lstStyle/>
          <a:p>
            <a:pPr algn="ctr">
              <a:spcAft>
                <a:spcPts val="1600"/>
              </a:spcAft>
              <a:defRPr sz="1300" b="1">
                <a:solidFill>
                  <a:srgbClr val="FED7AA"/>
                </a:solidFill>
              </a:defRPr>
            </a:pPr>
            <a:r>
              <a:t>🏛️ THIAGARAJAR COLLEGE OF ENGINEERING, MADURAI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Faculty Appraisal &amp; Quality Governance Platform</a:t>
            </a:r>
          </a:p>
          <a:p>
            <a:pPr>
              <a:spcAft>
                <a:spcPts val="4000"/>
              </a:spcAft>
              <a:defRPr sz="2000" b="1">
                <a:solidFill>
                  <a:srgbClr val="38BDF8"/>
                </a:solidFill>
              </a:defRPr>
            </a:pPr>
            <a:r>
              <a:t>Making Performance Evaluation Simple, Fast &amp; 100% Digital 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5488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100% Automated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score calculation out of 200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475488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IQAC Super Audit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Filter score ranges (10–20) &amp; soft-hide entries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475488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🔒 Principal Seal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Official locking seal for NAAC &amp; NIRF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❓ Why Did We Build This System?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Transforming messy paper appraisals into an instant digital experience!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🔴  The Old Messy Way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Lots of Papers: Filling long physical forms by hand.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Math Mistakes: Manual calculation errors in marks.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Super Slow: Files took weeks to pass between departments.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Lost Track: No way for faculty to check their appraisal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🟢  The New Smart Way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100% Digital: Complete &amp; submit online in minutes!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Auto Magic Math: Computer calculates your scores instantly.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Super Fast: Submissions move smoothly in 5 simple steps.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Live Tracker: Faculty &amp; Heads see real-time updates!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🪜 How It Works: The 5 Easy Steps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Submissions flow smoothly from teacher all the way to Principal!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10312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700" b="1">
                <a:solidFill>
                  <a:srgbClr val="4A1519"/>
                </a:solidFill>
              </a:defRPr>
            </a:pPr>
            <a:r>
              <a:t>1️⃣ Faculty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Fills online form &amp; auto-calculates score (Max 200).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463040"/>
            <a:ext cx="2103120" cy="47548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700" b="1">
                <a:solidFill>
                  <a:srgbClr val="4A1519"/>
                </a:solidFill>
              </a:defRPr>
            </a:pPr>
            <a:r>
              <a:t>2️⃣ HOD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Reviews department inbox &amp; adds feedback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210312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700" b="1">
                <a:solidFill>
                  <a:srgbClr val="4A1519"/>
                </a:solidFill>
              </a:defRPr>
            </a:pPr>
            <a:r>
              <a:t>3️⃣ IQAC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Audits scores &amp; filters Score Ranges (e.g. 10 to 20).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463040"/>
            <a:ext cx="2103120" cy="4754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700" b="1">
                <a:solidFill>
                  <a:srgbClr val="4A1519"/>
                </a:solidFill>
              </a:defRPr>
            </a:pPr>
            <a:r>
              <a:t>4️⃣ Registrar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Monitors college-wide progress across all 16 depts.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463040"/>
            <a:ext cx="2103120" cy="4754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700" b="1">
                <a:solidFill>
                  <a:srgbClr val="4A1519"/>
                </a:solidFill>
              </a:defRPr>
            </a:pPr>
            <a:r>
              <a:t>5️⃣ Principal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Adds official seal 🔒 and locks appraisal for audit!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👨‍🏫 Step 1: Faculty Power Engine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Simple online form with automatic score calculation!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📝  Multi-Section Appraisal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Section I: Teaching &amp; Learning (Subtotal 50 Marks) — Direct classes, pass %, mentoring.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Section II: Extra Contributions (Up to 150 Marks) — Research papers, patents, projects &amp; college service.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Total Target: Max score of 200 Marks calculated live as you type!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✨  Cool Helpful Features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Auto-Save Protection: Never lose your typed data if browser closes.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Personal History Dashboard: View all past submissions in one clean table.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Feedback Reader: See HOD notes &amp; Principal praise directly on your screen.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1-Click PDF Download: Download your complete appraisal form anytime!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🏢 Step 2: HOD Evaluation Workbench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Department Heads review &amp; guide faculty with zero hassle!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🔍  Smart Department Inbox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Auto-Filtered: HODs automatically see only their department's teachers (CSE, ECE, EEE, Civil, Mech, IT, etc.).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Deep-Dive Modal: Click any teacher to inspect exact course details and verified proof.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Easy Decision Buttons: One click to Approve (✔ Approved) or request fixes (⚠ Fix Needed).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💬  Fair Scoring &amp; Remarks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Score Adjuster: Override individual subsection scores if proof needs correction.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Helpful Feedback Notes: Write encouraging advice or fix notes directly to the teacher.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Role Rotation: Rotate HOD duties smoothly without system downtime.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📊 Step 3: IQAC Super Audit &amp; Score Range Suite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The ultimate Quality Audit toolkit for NAAC &amp; NIRF accreditation!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🎯  3 Smart Filtering Modes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Score ≥ Threshold: Show all faculty scoring at or above a target (e.g. Score ≥ 100).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Exact Score: Find faculty with an exact score match.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Score Range (From – To): Enter From 10 To 20 to find faculty scoring in a custom range!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Instant Updates: Table and counts refresh instantly as range numbers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🛡️  Soft-Hide &amp; Restore Magic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Soft-Hide (🚫 Hide): Hide unverified entries from active audit lists without deleting data from database!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Restore (↩ Restore): Easily bring back soft-hidden faculty with one click.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Audit Notes: Log reason notes when verifying or hiding entries.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Clean NAAC Roster: Export official PDF rosters that automatically omit soft-hidden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🎓 Step 4 &amp; 5: Principal Seal &amp; Executive Locking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Final approval that locks records safely for national compliance!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🔒  Official Locking Seal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Ratified Seal (🔒 Ratified): Principal grants official institutional seal of approval.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Permanent Data Lock: Once ratified, nobody can secretly edit or temper with the appraisal.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Principal Commendation: Append formal praise notes to outstanding faculty submissions.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🏷️  Visual Status Badges Everywhere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📊 IQAC Verified: Blue badge showing quality audit complete.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🔒 Ratified: Emerald badge showing Principal executive seal.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Dual Badge Display: Submissions show BOTH IQAC Verified &amp; Ratified badges across all dashboards!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Top Banners: Highlighted banner cards inside detailed view modals.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📄 1-Click PDF &amp; Report Magic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Instant professional reports ready for NAAC &amp; NIRF inspectors!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📄  Individual Appraisal PDF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Official TCE Banner: Beautiful college header logo &amp; layout.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Complete Breakdown: Renders Section I &amp; II score tables.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Notes Included: Displays HOD Feedback, IQAC Audit Notes, and Principal Seal.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Download Anytime: Faculty can save or print their PDF with one click.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4A1519"/>
                </a:solidFill>
              </a:defRPr>
            </a:pPr>
            <a:r>
              <a:t>📊  IQAC Audit Roster PDF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Accreditation Ready: Instant summary report for visiting inspection committees.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Header Metadata: Automatically displays active filter (e.g., Score Range: 10 – 20 / 200).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Clean Roster: Excludes soft-hidden entries so only active audited faculty appear.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Professional Styling: Uses TCE Crimson styling for executive presentations.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A1519"/>
                </a:solidFill>
              </a:defRPr>
            </a:pPr>
            <a:r>
              <a:t>⚡ Under The Hood: The Tech Stack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Modern, fast, and rock-solid software technologies!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2000" b="1">
                <a:solidFill>
                  <a:srgbClr val="4A1519"/>
                </a:solidFill>
              </a:defRPr>
            </a:pPr>
            <a:r>
              <a:t>🎨 Frontend</a:t>
            </a:r>
          </a:p>
          <a:p>
            <a:pPr>
              <a:spcAft>
                <a:spcPts val="1600"/>
              </a:spcAft>
              <a:defRPr sz="1400" b="1">
                <a:solidFill>
                  <a:srgbClr val="64748B"/>
                </a:solidFill>
              </a:defRPr>
            </a:pPr>
            <a:r>
              <a:t>React 18 + Tailwind CSS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Renders beautiful screens, live sliders, and instant score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63040"/>
            <a:ext cx="3566160" cy="47548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2000" b="1">
                <a:solidFill>
                  <a:srgbClr val="4A1519"/>
                </a:solidFill>
              </a:defRPr>
            </a:pPr>
            <a:r>
              <a:t>⚙️ Backend</a:t>
            </a:r>
          </a:p>
          <a:p>
            <a:pPr>
              <a:spcAft>
                <a:spcPts val="1600"/>
              </a:spcAft>
              <a:defRPr sz="1400" b="1">
                <a:solidFill>
                  <a:srgbClr val="64748B"/>
                </a:solidFill>
              </a:defRPr>
            </a:pPr>
            <a:r>
              <a:t>Node.js + Express.js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Handles secure web requests, API routes, and JWT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63040"/>
            <a:ext cx="3566160" cy="4754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2000" b="1">
                <a:solidFill>
                  <a:srgbClr val="4A1519"/>
                </a:solidFill>
              </a:defRPr>
            </a:pPr>
            <a:r>
              <a:t>🗄️ Database</a:t>
            </a:r>
          </a:p>
          <a:p>
            <a:pPr>
              <a:spcAft>
                <a:spcPts val="1600"/>
              </a:spcAft>
              <a:defRPr sz="1400" b="1">
                <a:solidFill>
                  <a:srgbClr val="64748B"/>
                </a:solidFill>
              </a:defRPr>
            </a:pPr>
            <a:r>
              <a:t>MongoDB Atlas Cloud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Stores all faculty appraisals safely with Mongoose data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tIns="1371600"/>
          <a:lstStyle/>
          <a:p>
            <a:pPr algn="ctr">
              <a:spcAft>
                <a:spcPts val="1600"/>
              </a:spcAft>
              <a:defRPr sz="1400" b="1">
                <a:solidFill>
                  <a:srgbClr val="FED7AA"/>
                </a:solidFill>
              </a:defRPr>
            </a:pPr>
            <a:r>
              <a:t>🎉 TCE FACULTY APPRAISAL SYSTEM</a:t>
            </a:r>
          </a:p>
          <a:p>
            <a:pPr>
              <a:spcAft>
                <a:spcPts val="1600"/>
              </a:spcAft>
              <a:defRPr sz="4000" b="1">
                <a:solidFill>
                  <a:srgbClr val="FFFFFF"/>
                </a:solidFill>
              </a:defRPr>
            </a:pPr>
            <a:r>
              <a:t>Simple. Visual. 100% Secure.</a:t>
            </a:r>
          </a:p>
          <a:p>
            <a:pPr>
              <a:spcAft>
                <a:spcPts val="3600"/>
              </a:spcAft>
              <a:defRPr sz="2000">
                <a:solidFill>
                  <a:srgbClr val="38BDF8"/>
                </a:solidFill>
              </a:defRPr>
            </a:pPr>
            <a:r>
              <a:t>Built with passion for Thiagarajar College of Engineering, Madurai ❤️</a:t>
            </a:r>
          </a:p>
          <a:p>
            <a:pPr>
              <a:defRPr sz="1600" b="1" i="1">
                <a:solidFill>
                  <a:srgbClr val="E2E8F0"/>
                </a:solidFill>
              </a:defRPr>
            </a:pPr>
            <a:r>
              <a:t>Thank You! Questions &amp; Live Demo Session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